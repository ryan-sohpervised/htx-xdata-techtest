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0782A-6869-4BF8-B553-E7406103DEB3}" v="3" dt="2026-02-11T09:06:10.063"/>
    <p1510:client id="{B3B28FDE-047B-47D0-BD34-05B384130737}" v="3129" dt="2026-02-11T14:48:13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Soh" userId="ea9eb512f9e024f3" providerId="LiveId" clId="{FF33D79C-5288-4BA8-9C81-FC5BA025813B}"/>
    <pc:docChg chg="undo custSel addSld modSld">
      <pc:chgData name="Ryan Soh" userId="ea9eb512f9e024f3" providerId="LiveId" clId="{FF33D79C-5288-4BA8-9C81-FC5BA025813B}" dt="2026-02-11T09:06:44.056" v="1742" actId="20577"/>
      <pc:docMkLst>
        <pc:docMk/>
      </pc:docMkLst>
      <pc:sldChg chg="modSp mod">
        <pc:chgData name="Ryan Soh" userId="ea9eb512f9e024f3" providerId="LiveId" clId="{FF33D79C-5288-4BA8-9C81-FC5BA025813B}" dt="2026-02-11T08:57:49.589" v="10" actId="27636"/>
        <pc:sldMkLst>
          <pc:docMk/>
          <pc:sldMk cId="1829046288" sldId="262"/>
        </pc:sldMkLst>
        <pc:spChg chg="mod">
          <ac:chgData name="Ryan Soh" userId="ea9eb512f9e024f3" providerId="LiveId" clId="{FF33D79C-5288-4BA8-9C81-FC5BA025813B}" dt="2026-02-11T08:57:49.589" v="10" actId="27636"/>
          <ac:spMkLst>
            <pc:docMk/>
            <pc:sldMk cId="1829046288" sldId="262"/>
            <ac:spMk id="3" creationId="{39499E63-FF71-75F8-3239-86CE8A476F7B}"/>
          </ac:spMkLst>
        </pc:spChg>
      </pc:sldChg>
      <pc:sldChg chg="modSp new mod">
        <pc:chgData name="Ryan Soh" userId="ea9eb512f9e024f3" providerId="LiveId" clId="{FF33D79C-5288-4BA8-9C81-FC5BA025813B}" dt="2026-02-11T09:01:38.080" v="782" actId="20577"/>
        <pc:sldMkLst>
          <pc:docMk/>
          <pc:sldMk cId="2273985659" sldId="263"/>
        </pc:sldMkLst>
        <pc:spChg chg="mod">
          <ac:chgData name="Ryan Soh" userId="ea9eb512f9e024f3" providerId="LiveId" clId="{FF33D79C-5288-4BA8-9C81-FC5BA025813B}" dt="2026-02-11T09:00:58.404" v="639" actId="20577"/>
          <ac:spMkLst>
            <pc:docMk/>
            <pc:sldMk cId="2273985659" sldId="263"/>
            <ac:spMk id="2" creationId="{13DB79AA-0DBA-B11C-BC55-71B6169E90C5}"/>
          </ac:spMkLst>
        </pc:spChg>
        <pc:spChg chg="mod">
          <ac:chgData name="Ryan Soh" userId="ea9eb512f9e024f3" providerId="LiveId" clId="{FF33D79C-5288-4BA8-9C81-FC5BA025813B}" dt="2026-02-11T09:01:38.080" v="782" actId="20577"/>
          <ac:spMkLst>
            <pc:docMk/>
            <pc:sldMk cId="2273985659" sldId="263"/>
            <ac:spMk id="3" creationId="{BE411D65-E1EC-F443-7A83-D6D7D87967C8}"/>
          </ac:spMkLst>
        </pc:spChg>
      </pc:sldChg>
      <pc:sldChg chg="modSp add mod">
        <pc:chgData name="Ryan Soh" userId="ea9eb512f9e024f3" providerId="LiveId" clId="{FF33D79C-5288-4BA8-9C81-FC5BA025813B}" dt="2026-02-11T08:58:49.220" v="307" actId="20577"/>
        <pc:sldMkLst>
          <pc:docMk/>
          <pc:sldMk cId="4269259085" sldId="264"/>
        </pc:sldMkLst>
        <pc:spChg chg="mod">
          <ac:chgData name="Ryan Soh" userId="ea9eb512f9e024f3" providerId="LiveId" clId="{FF33D79C-5288-4BA8-9C81-FC5BA025813B}" dt="2026-02-11T08:58:49.220" v="307" actId="20577"/>
          <ac:spMkLst>
            <pc:docMk/>
            <pc:sldMk cId="4269259085" sldId="264"/>
            <ac:spMk id="3" creationId="{AA7F132A-0A8C-BD69-A36C-3ED7C819A399}"/>
          </ac:spMkLst>
        </pc:spChg>
      </pc:sldChg>
      <pc:sldChg chg="addSp delSp modSp add mod">
        <pc:chgData name="Ryan Soh" userId="ea9eb512f9e024f3" providerId="LiveId" clId="{FF33D79C-5288-4BA8-9C81-FC5BA025813B}" dt="2026-02-11T09:02:36.312" v="1083" actId="20577"/>
        <pc:sldMkLst>
          <pc:docMk/>
          <pc:sldMk cId="4063102381" sldId="265"/>
        </pc:sldMkLst>
        <pc:spChg chg="mod">
          <ac:chgData name="Ryan Soh" userId="ea9eb512f9e024f3" providerId="LiveId" clId="{FF33D79C-5288-4BA8-9C81-FC5BA025813B}" dt="2026-02-11T09:00:53.075" v="629" actId="20577"/>
          <ac:spMkLst>
            <pc:docMk/>
            <pc:sldMk cId="4063102381" sldId="265"/>
            <ac:spMk id="2" creationId="{29186BC1-B911-1669-A68A-DEC1F22AF33E}"/>
          </ac:spMkLst>
        </pc:spChg>
        <pc:spChg chg="add del mod">
          <ac:chgData name="Ryan Soh" userId="ea9eb512f9e024f3" providerId="LiveId" clId="{FF33D79C-5288-4BA8-9C81-FC5BA025813B}" dt="2026-02-11T09:02:36.312" v="1083" actId="20577"/>
          <ac:spMkLst>
            <pc:docMk/>
            <pc:sldMk cId="4063102381" sldId="265"/>
            <ac:spMk id="3" creationId="{B4EC44F0-BA09-DA52-0BC0-9925594E3DDE}"/>
          </ac:spMkLst>
        </pc:spChg>
        <pc:picChg chg="add del mod ord">
          <ac:chgData name="Ryan Soh" userId="ea9eb512f9e024f3" providerId="LiveId" clId="{FF33D79C-5288-4BA8-9C81-FC5BA025813B}" dt="2026-02-11T09:01:06.307" v="643" actId="22"/>
          <ac:picMkLst>
            <pc:docMk/>
            <pc:sldMk cId="4063102381" sldId="265"/>
            <ac:picMk id="5" creationId="{DEA71AE9-BB22-6A03-5715-B939E7C9ABB1}"/>
          </ac:picMkLst>
        </pc:picChg>
        <pc:picChg chg="add mod">
          <ac:chgData name="Ryan Soh" userId="ea9eb512f9e024f3" providerId="LiveId" clId="{FF33D79C-5288-4BA8-9C81-FC5BA025813B}" dt="2026-02-11T09:02:03.369" v="893" actId="1076"/>
          <ac:picMkLst>
            <pc:docMk/>
            <pc:sldMk cId="4063102381" sldId="265"/>
            <ac:picMk id="7" creationId="{322EF312-BA64-B2B8-3C1C-B0FF9699E903}"/>
          </ac:picMkLst>
        </pc:picChg>
      </pc:sldChg>
      <pc:sldChg chg="addSp modSp new mod">
        <pc:chgData name="Ryan Soh" userId="ea9eb512f9e024f3" providerId="LiveId" clId="{FF33D79C-5288-4BA8-9C81-FC5BA025813B}" dt="2026-02-11T09:04:23.890" v="1343" actId="20577"/>
        <pc:sldMkLst>
          <pc:docMk/>
          <pc:sldMk cId="2640141993" sldId="266"/>
        </pc:sldMkLst>
        <pc:spChg chg="mod">
          <ac:chgData name="Ryan Soh" userId="ea9eb512f9e024f3" providerId="LiveId" clId="{FF33D79C-5288-4BA8-9C81-FC5BA025813B}" dt="2026-02-11T09:03:01.556" v="1113" actId="20577"/>
          <ac:spMkLst>
            <pc:docMk/>
            <pc:sldMk cId="2640141993" sldId="266"/>
            <ac:spMk id="2" creationId="{2792392A-307D-C328-EDFA-3117E7134393}"/>
          </ac:spMkLst>
        </pc:spChg>
        <pc:spChg chg="mod">
          <ac:chgData name="Ryan Soh" userId="ea9eb512f9e024f3" providerId="LiveId" clId="{FF33D79C-5288-4BA8-9C81-FC5BA025813B}" dt="2026-02-11T09:04:23.890" v="1343" actId="20577"/>
          <ac:spMkLst>
            <pc:docMk/>
            <pc:sldMk cId="2640141993" sldId="266"/>
            <ac:spMk id="3" creationId="{20E8DA06-CC10-E4CA-68F3-0A6CCAD01EC3}"/>
          </ac:spMkLst>
        </pc:spChg>
        <pc:picChg chg="add mod">
          <ac:chgData name="Ryan Soh" userId="ea9eb512f9e024f3" providerId="LiveId" clId="{FF33D79C-5288-4BA8-9C81-FC5BA025813B}" dt="2026-02-11T09:03:30.925" v="1126" actId="1076"/>
          <ac:picMkLst>
            <pc:docMk/>
            <pc:sldMk cId="2640141993" sldId="266"/>
            <ac:picMk id="5" creationId="{9AB05F54-1D43-4E2D-5291-E7A0D8CB6A72}"/>
          </ac:picMkLst>
        </pc:picChg>
        <pc:picChg chg="add mod">
          <ac:chgData name="Ryan Soh" userId="ea9eb512f9e024f3" providerId="LiveId" clId="{FF33D79C-5288-4BA8-9C81-FC5BA025813B}" dt="2026-02-11T09:03:30.017" v="1125" actId="1076"/>
          <ac:picMkLst>
            <pc:docMk/>
            <pc:sldMk cId="2640141993" sldId="266"/>
            <ac:picMk id="7" creationId="{761288EC-6419-CA32-4C9A-775695B1D1CC}"/>
          </ac:picMkLst>
        </pc:picChg>
      </pc:sldChg>
      <pc:sldChg chg="addSp modSp new mod">
        <pc:chgData name="Ryan Soh" userId="ea9eb512f9e024f3" providerId="LiveId" clId="{FF33D79C-5288-4BA8-9C81-FC5BA025813B}" dt="2026-02-11T09:06:03.939" v="1618" actId="20577"/>
        <pc:sldMkLst>
          <pc:docMk/>
          <pc:sldMk cId="2188358021" sldId="267"/>
        </pc:sldMkLst>
        <pc:spChg chg="mod">
          <ac:chgData name="Ryan Soh" userId="ea9eb512f9e024f3" providerId="LiveId" clId="{FF33D79C-5288-4BA8-9C81-FC5BA025813B}" dt="2026-02-11T09:04:57.285" v="1374" actId="20577"/>
          <ac:spMkLst>
            <pc:docMk/>
            <pc:sldMk cId="2188358021" sldId="267"/>
            <ac:spMk id="2" creationId="{EA449C63-B31A-FFC5-242B-02FD27F4ADDD}"/>
          </ac:spMkLst>
        </pc:spChg>
        <pc:spChg chg="mod">
          <ac:chgData name="Ryan Soh" userId="ea9eb512f9e024f3" providerId="LiveId" clId="{FF33D79C-5288-4BA8-9C81-FC5BA025813B}" dt="2026-02-11T09:06:03.939" v="1618" actId="20577"/>
          <ac:spMkLst>
            <pc:docMk/>
            <pc:sldMk cId="2188358021" sldId="267"/>
            <ac:spMk id="3" creationId="{248CB3A5-6861-A529-68BF-B9956EAADE09}"/>
          </ac:spMkLst>
        </pc:spChg>
        <pc:picChg chg="add mod">
          <ac:chgData name="Ryan Soh" userId="ea9eb512f9e024f3" providerId="LiveId" clId="{FF33D79C-5288-4BA8-9C81-FC5BA025813B}" dt="2026-02-11T09:05:03.571" v="1379" actId="1076"/>
          <ac:picMkLst>
            <pc:docMk/>
            <pc:sldMk cId="2188358021" sldId="267"/>
            <ac:picMk id="5" creationId="{E9576D61-C74B-94C4-366E-81DC8C6E23A6}"/>
          </ac:picMkLst>
        </pc:picChg>
      </pc:sldChg>
      <pc:sldChg chg="addSp delSp modSp add mod">
        <pc:chgData name="Ryan Soh" userId="ea9eb512f9e024f3" providerId="LiveId" clId="{FF33D79C-5288-4BA8-9C81-FC5BA025813B}" dt="2026-02-11T09:06:44.056" v="1742" actId="20577"/>
        <pc:sldMkLst>
          <pc:docMk/>
          <pc:sldMk cId="1543749284" sldId="268"/>
        </pc:sldMkLst>
        <pc:spChg chg="mod">
          <ac:chgData name="Ryan Soh" userId="ea9eb512f9e024f3" providerId="LiveId" clId="{FF33D79C-5288-4BA8-9C81-FC5BA025813B}" dt="2026-02-11T09:06:44.056" v="1742" actId="20577"/>
          <ac:spMkLst>
            <pc:docMk/>
            <pc:sldMk cId="1543749284" sldId="268"/>
            <ac:spMk id="3" creationId="{5275D2AF-0CE0-1DBE-2925-36FCF58F63FA}"/>
          </ac:spMkLst>
        </pc:spChg>
        <pc:picChg chg="del">
          <ac:chgData name="Ryan Soh" userId="ea9eb512f9e024f3" providerId="LiveId" clId="{FF33D79C-5288-4BA8-9C81-FC5BA025813B}" dt="2026-02-11T09:06:12.393" v="1620" actId="478"/>
          <ac:picMkLst>
            <pc:docMk/>
            <pc:sldMk cId="1543749284" sldId="268"/>
            <ac:picMk id="5" creationId="{5B683FD2-5327-DD0C-10E8-00E235A1DA44}"/>
          </ac:picMkLst>
        </pc:picChg>
        <pc:picChg chg="add mod">
          <ac:chgData name="Ryan Soh" userId="ea9eb512f9e024f3" providerId="LiveId" clId="{FF33D79C-5288-4BA8-9C81-FC5BA025813B}" dt="2026-02-11T09:06:18.621" v="1625" actId="14100"/>
          <ac:picMkLst>
            <pc:docMk/>
            <pc:sldMk cId="1543749284" sldId="268"/>
            <ac:picMk id="6" creationId="{4BABFC4B-0C26-1741-2D92-F17B1674D6D2}"/>
          </ac:picMkLst>
        </pc:picChg>
      </pc:sldChg>
    </pc:docChg>
  </pc:docChgLst>
  <pc:docChgLst>
    <pc:chgData name="Ryan Soh" userId="ea9eb512f9e024f3" providerId="LiveId" clId="{475C7D04-0218-434E-9E34-61BFEE2D6358}"/>
    <pc:docChg chg="undo custSel addSld delSld modSld">
      <pc:chgData name="Ryan Soh" userId="ea9eb512f9e024f3" providerId="LiveId" clId="{475C7D04-0218-434E-9E34-61BFEE2D6358}" dt="2026-02-11T14:48:13.691" v="3128" actId="20577"/>
      <pc:docMkLst>
        <pc:docMk/>
      </pc:docMkLst>
      <pc:sldChg chg="delSp modSp add mod">
        <pc:chgData name="Ryan Soh" userId="ea9eb512f9e024f3" providerId="LiveId" clId="{475C7D04-0218-434E-9E34-61BFEE2D6358}" dt="2026-02-11T14:31:00.030" v="290" actId="20577"/>
        <pc:sldMkLst>
          <pc:docMk/>
          <pc:sldMk cId="1504664733" sldId="269"/>
        </pc:sldMkLst>
        <pc:spChg chg="mod">
          <ac:chgData name="Ryan Soh" userId="ea9eb512f9e024f3" providerId="LiveId" clId="{475C7D04-0218-434E-9E34-61BFEE2D6358}" dt="2026-02-11T14:30:00.358" v="27" actId="20577"/>
          <ac:spMkLst>
            <pc:docMk/>
            <pc:sldMk cId="1504664733" sldId="269"/>
            <ac:spMk id="2" creationId="{250A52F4-E270-85FD-4AE3-5893CB980BD5}"/>
          </ac:spMkLst>
        </pc:spChg>
        <pc:spChg chg="mod">
          <ac:chgData name="Ryan Soh" userId="ea9eb512f9e024f3" providerId="LiveId" clId="{475C7D04-0218-434E-9E34-61BFEE2D6358}" dt="2026-02-11T14:31:00.030" v="290" actId="20577"/>
          <ac:spMkLst>
            <pc:docMk/>
            <pc:sldMk cId="1504664733" sldId="269"/>
            <ac:spMk id="3" creationId="{14A190C4-3CC7-48B2-D330-F7647C87E45E}"/>
          </ac:spMkLst>
        </pc:spChg>
        <pc:picChg chg="del">
          <ac:chgData name="Ryan Soh" userId="ea9eb512f9e024f3" providerId="LiveId" clId="{475C7D04-0218-434E-9E34-61BFEE2D6358}" dt="2026-02-11T14:30:01.885" v="28" actId="478"/>
          <ac:picMkLst>
            <pc:docMk/>
            <pc:sldMk cId="1504664733" sldId="269"/>
            <ac:picMk id="6" creationId="{221C0087-AE2F-6D3A-9025-EFDFD6E41FF4}"/>
          </ac:picMkLst>
        </pc:picChg>
      </pc:sldChg>
      <pc:sldChg chg="modSp new mod">
        <pc:chgData name="Ryan Soh" userId="ea9eb512f9e024f3" providerId="LiveId" clId="{475C7D04-0218-434E-9E34-61BFEE2D6358}" dt="2026-02-11T14:34:11.520" v="383" actId="20577"/>
        <pc:sldMkLst>
          <pc:docMk/>
          <pc:sldMk cId="670016243" sldId="270"/>
        </pc:sldMkLst>
        <pc:spChg chg="mod">
          <ac:chgData name="Ryan Soh" userId="ea9eb512f9e024f3" providerId="LiveId" clId="{475C7D04-0218-434E-9E34-61BFEE2D6358}" dt="2026-02-11T14:32:58.760" v="317" actId="20577"/>
          <ac:spMkLst>
            <pc:docMk/>
            <pc:sldMk cId="670016243" sldId="270"/>
            <ac:spMk id="2" creationId="{2E1A57CB-2213-336F-4A4F-E5C0B261A22A}"/>
          </ac:spMkLst>
        </pc:spChg>
        <pc:spChg chg="mod">
          <ac:chgData name="Ryan Soh" userId="ea9eb512f9e024f3" providerId="LiveId" clId="{475C7D04-0218-434E-9E34-61BFEE2D6358}" dt="2026-02-11T14:34:11.520" v="383" actId="20577"/>
          <ac:spMkLst>
            <pc:docMk/>
            <pc:sldMk cId="670016243" sldId="270"/>
            <ac:spMk id="3" creationId="{8F98307B-0E12-C538-3C4C-98E068330805}"/>
          </ac:spMkLst>
        </pc:spChg>
      </pc:sldChg>
      <pc:sldChg chg="modSp new mod">
        <pc:chgData name="Ryan Soh" userId="ea9eb512f9e024f3" providerId="LiveId" clId="{475C7D04-0218-434E-9E34-61BFEE2D6358}" dt="2026-02-11T14:36:14.008" v="915" actId="20577"/>
        <pc:sldMkLst>
          <pc:docMk/>
          <pc:sldMk cId="1378271283" sldId="271"/>
        </pc:sldMkLst>
        <pc:spChg chg="mod">
          <ac:chgData name="Ryan Soh" userId="ea9eb512f9e024f3" providerId="LiveId" clId="{475C7D04-0218-434E-9E34-61BFEE2D6358}" dt="2026-02-11T14:34:26.492" v="421" actId="20577"/>
          <ac:spMkLst>
            <pc:docMk/>
            <pc:sldMk cId="1378271283" sldId="271"/>
            <ac:spMk id="2" creationId="{8D8BCCC8-4605-C9C8-BB38-769CADA7D3D6}"/>
          </ac:spMkLst>
        </pc:spChg>
        <pc:spChg chg="mod">
          <ac:chgData name="Ryan Soh" userId="ea9eb512f9e024f3" providerId="LiveId" clId="{475C7D04-0218-434E-9E34-61BFEE2D6358}" dt="2026-02-11T14:36:14.008" v="915" actId="20577"/>
          <ac:spMkLst>
            <pc:docMk/>
            <pc:sldMk cId="1378271283" sldId="271"/>
            <ac:spMk id="3" creationId="{A8D2370B-0A6D-53A6-91D8-94B53462AFAE}"/>
          </ac:spMkLst>
        </pc:spChg>
      </pc:sldChg>
      <pc:sldChg chg="modSp add mod">
        <pc:chgData name="Ryan Soh" userId="ea9eb512f9e024f3" providerId="LiveId" clId="{475C7D04-0218-434E-9E34-61BFEE2D6358}" dt="2026-02-11T14:39:19.553" v="1621" actId="20577"/>
        <pc:sldMkLst>
          <pc:docMk/>
          <pc:sldMk cId="3061392589" sldId="272"/>
        </pc:sldMkLst>
        <pc:spChg chg="mod">
          <ac:chgData name="Ryan Soh" userId="ea9eb512f9e024f3" providerId="LiveId" clId="{475C7D04-0218-434E-9E34-61BFEE2D6358}" dt="2026-02-11T14:36:40.682" v="929" actId="20577"/>
          <ac:spMkLst>
            <pc:docMk/>
            <pc:sldMk cId="3061392589" sldId="272"/>
            <ac:spMk id="2" creationId="{AF5872DB-3BFB-7601-7803-7216873071D3}"/>
          </ac:spMkLst>
        </pc:spChg>
        <pc:spChg chg="mod">
          <ac:chgData name="Ryan Soh" userId="ea9eb512f9e024f3" providerId="LiveId" clId="{475C7D04-0218-434E-9E34-61BFEE2D6358}" dt="2026-02-11T14:39:19.553" v="1621" actId="20577"/>
          <ac:spMkLst>
            <pc:docMk/>
            <pc:sldMk cId="3061392589" sldId="272"/>
            <ac:spMk id="3" creationId="{EBB96EBF-9E0E-5EF8-4644-9F7C47734C98}"/>
          </ac:spMkLst>
        </pc:spChg>
      </pc:sldChg>
      <pc:sldChg chg="addSp delSp modSp new mod">
        <pc:chgData name="Ryan Soh" userId="ea9eb512f9e024f3" providerId="LiveId" clId="{475C7D04-0218-434E-9E34-61BFEE2D6358}" dt="2026-02-11T14:41:54.862" v="2181" actId="20577"/>
        <pc:sldMkLst>
          <pc:docMk/>
          <pc:sldMk cId="826428575" sldId="273"/>
        </pc:sldMkLst>
        <pc:spChg chg="mod">
          <ac:chgData name="Ryan Soh" userId="ea9eb512f9e024f3" providerId="LiveId" clId="{475C7D04-0218-434E-9E34-61BFEE2D6358}" dt="2026-02-11T14:39:41.200" v="1668" actId="20577"/>
          <ac:spMkLst>
            <pc:docMk/>
            <pc:sldMk cId="826428575" sldId="273"/>
            <ac:spMk id="2" creationId="{DAEA5762-ADB1-6894-E94B-8F789C82D723}"/>
          </ac:spMkLst>
        </pc:spChg>
        <pc:spChg chg="add del mod">
          <ac:chgData name="Ryan Soh" userId="ea9eb512f9e024f3" providerId="LiveId" clId="{475C7D04-0218-434E-9E34-61BFEE2D6358}" dt="2026-02-11T14:41:54.862" v="2181" actId="20577"/>
          <ac:spMkLst>
            <pc:docMk/>
            <pc:sldMk cId="826428575" sldId="273"/>
            <ac:spMk id="3" creationId="{593505C9-2C03-27E4-D43E-33A0B1659806}"/>
          </ac:spMkLst>
        </pc:spChg>
        <pc:picChg chg="add del mod ord">
          <ac:chgData name="Ryan Soh" userId="ea9eb512f9e024f3" providerId="LiveId" clId="{475C7D04-0218-434E-9E34-61BFEE2D6358}" dt="2026-02-11T14:39:51.079" v="1670" actId="22"/>
          <ac:picMkLst>
            <pc:docMk/>
            <pc:sldMk cId="826428575" sldId="273"/>
            <ac:picMk id="5" creationId="{1AABBBD5-A180-6C1D-0D7E-690FFDF00888}"/>
          </ac:picMkLst>
        </pc:picChg>
        <pc:picChg chg="add mod">
          <ac:chgData name="Ryan Soh" userId="ea9eb512f9e024f3" providerId="LiveId" clId="{475C7D04-0218-434E-9E34-61BFEE2D6358}" dt="2026-02-11T14:40:02.219" v="1675" actId="1076"/>
          <ac:picMkLst>
            <pc:docMk/>
            <pc:sldMk cId="826428575" sldId="273"/>
            <ac:picMk id="7" creationId="{A03ED076-BD04-1D3A-216C-DCBA6CED232F}"/>
          </ac:picMkLst>
        </pc:picChg>
      </pc:sldChg>
      <pc:sldChg chg="modSp new mod">
        <pc:chgData name="Ryan Soh" userId="ea9eb512f9e024f3" providerId="LiveId" clId="{475C7D04-0218-434E-9E34-61BFEE2D6358}" dt="2026-02-11T14:44:33.044" v="2650" actId="20577"/>
        <pc:sldMkLst>
          <pc:docMk/>
          <pc:sldMk cId="1005657749" sldId="274"/>
        </pc:sldMkLst>
        <pc:spChg chg="mod">
          <ac:chgData name="Ryan Soh" userId="ea9eb512f9e024f3" providerId="LiveId" clId="{475C7D04-0218-434E-9E34-61BFEE2D6358}" dt="2026-02-11T14:42:25.055" v="2239" actId="20577"/>
          <ac:spMkLst>
            <pc:docMk/>
            <pc:sldMk cId="1005657749" sldId="274"/>
            <ac:spMk id="2" creationId="{EED36A24-49AD-6730-789A-7C332098145C}"/>
          </ac:spMkLst>
        </pc:spChg>
        <pc:spChg chg="mod">
          <ac:chgData name="Ryan Soh" userId="ea9eb512f9e024f3" providerId="LiveId" clId="{475C7D04-0218-434E-9E34-61BFEE2D6358}" dt="2026-02-11T14:44:33.044" v="2650" actId="20577"/>
          <ac:spMkLst>
            <pc:docMk/>
            <pc:sldMk cId="1005657749" sldId="274"/>
            <ac:spMk id="3" creationId="{6E33602B-7151-F070-030B-7B1FDB4AAECA}"/>
          </ac:spMkLst>
        </pc:spChg>
      </pc:sldChg>
      <pc:sldChg chg="addSp modSp new mod">
        <pc:chgData name="Ryan Soh" userId="ea9eb512f9e024f3" providerId="LiveId" clId="{475C7D04-0218-434E-9E34-61BFEE2D6358}" dt="2026-02-11T14:46:20.116" v="2859" actId="20577"/>
        <pc:sldMkLst>
          <pc:docMk/>
          <pc:sldMk cId="604846199" sldId="275"/>
        </pc:sldMkLst>
        <pc:spChg chg="mod">
          <ac:chgData name="Ryan Soh" userId="ea9eb512f9e024f3" providerId="LiveId" clId="{475C7D04-0218-434E-9E34-61BFEE2D6358}" dt="2026-02-11T14:44:41.491" v="2669" actId="20577"/>
          <ac:spMkLst>
            <pc:docMk/>
            <pc:sldMk cId="604846199" sldId="275"/>
            <ac:spMk id="2" creationId="{0E97B6AF-451D-0F7D-518C-550C976A3886}"/>
          </ac:spMkLst>
        </pc:spChg>
        <pc:spChg chg="mod">
          <ac:chgData name="Ryan Soh" userId="ea9eb512f9e024f3" providerId="LiveId" clId="{475C7D04-0218-434E-9E34-61BFEE2D6358}" dt="2026-02-11T14:46:20.116" v="2859" actId="20577"/>
          <ac:spMkLst>
            <pc:docMk/>
            <pc:sldMk cId="604846199" sldId="275"/>
            <ac:spMk id="3" creationId="{198E5929-ED2D-0EA5-79E0-33E36EE6F590}"/>
          </ac:spMkLst>
        </pc:spChg>
        <pc:picChg chg="add mod">
          <ac:chgData name="Ryan Soh" userId="ea9eb512f9e024f3" providerId="LiveId" clId="{475C7D04-0218-434E-9E34-61BFEE2D6358}" dt="2026-02-11T14:45:12.585" v="2674" actId="1076"/>
          <ac:picMkLst>
            <pc:docMk/>
            <pc:sldMk cId="604846199" sldId="275"/>
            <ac:picMk id="5" creationId="{7D37B329-7BEE-8613-3693-36CB89A362A8}"/>
          </ac:picMkLst>
        </pc:picChg>
      </pc:sldChg>
      <pc:sldChg chg="delSp modSp add mod">
        <pc:chgData name="Ryan Soh" userId="ea9eb512f9e024f3" providerId="LiveId" clId="{475C7D04-0218-434E-9E34-61BFEE2D6358}" dt="2026-02-11T14:48:13.691" v="3128" actId="20577"/>
        <pc:sldMkLst>
          <pc:docMk/>
          <pc:sldMk cId="1727938033" sldId="276"/>
        </pc:sldMkLst>
        <pc:spChg chg="mod">
          <ac:chgData name="Ryan Soh" userId="ea9eb512f9e024f3" providerId="LiveId" clId="{475C7D04-0218-434E-9E34-61BFEE2D6358}" dt="2026-02-11T14:46:27.938" v="2873" actId="20577"/>
          <ac:spMkLst>
            <pc:docMk/>
            <pc:sldMk cId="1727938033" sldId="276"/>
            <ac:spMk id="2" creationId="{43444DF3-BCBE-43A5-3DBB-F8C141F659C7}"/>
          </ac:spMkLst>
        </pc:spChg>
        <pc:spChg chg="mod">
          <ac:chgData name="Ryan Soh" userId="ea9eb512f9e024f3" providerId="LiveId" clId="{475C7D04-0218-434E-9E34-61BFEE2D6358}" dt="2026-02-11T14:48:13.691" v="3128" actId="20577"/>
          <ac:spMkLst>
            <pc:docMk/>
            <pc:sldMk cId="1727938033" sldId="276"/>
            <ac:spMk id="3" creationId="{F871E5F1-B504-A43F-E96E-C3D7C1AA6F80}"/>
          </ac:spMkLst>
        </pc:spChg>
        <pc:picChg chg="del">
          <ac:chgData name="Ryan Soh" userId="ea9eb512f9e024f3" providerId="LiveId" clId="{475C7D04-0218-434E-9E34-61BFEE2D6358}" dt="2026-02-11T14:46:29.101" v="2874" actId="478"/>
          <ac:picMkLst>
            <pc:docMk/>
            <pc:sldMk cId="1727938033" sldId="276"/>
            <ac:picMk id="5" creationId="{58ED0B60-98A6-DE89-731A-316925CA1361}"/>
          </ac:picMkLst>
        </pc:picChg>
      </pc:sldChg>
      <pc:sldChg chg="add del">
        <pc:chgData name="Ryan Soh" userId="ea9eb512f9e024f3" providerId="LiveId" clId="{475C7D04-0218-434E-9E34-61BFEE2D6358}" dt="2026-02-11T14:46:23.248" v="2861"/>
        <pc:sldMkLst>
          <pc:docMk/>
          <pc:sldMk cId="1941008248" sldId="27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2BF57-C8C1-6644-51D2-30A79B1A04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50AAE-0CD2-B8D5-65CA-7479FC47B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4E12-4719-79F2-3D9B-3EC9ADFC0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1FA8C-3737-F137-7C3C-FFBC20696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37EC-2EBC-2D3B-348D-01A15BBC0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2841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5CE01-606B-CAC1-013B-D1814AB1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5CC9-2128-C640-E433-213893A23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0E948-86A8-259C-BC4A-1CDC0DDA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E9CF-3D21-A05B-A343-AE29CB16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34F6E-B224-C96E-2243-FEC97745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487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1B99-A988-BE45-CC72-B785E66D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38A6F-651B-DE1A-16F6-B31386EE8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E87EC-3DA0-8E2B-95FC-D0265EBDC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746DD-BA4D-36CA-DCB4-74435E40D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F5824-0092-037A-03A0-D16E4D57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903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11B9B-DA5A-2A2C-7802-AC188FEA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735CF-9CF3-91E4-DEBF-06B5310DC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3B5148-4288-9E01-E8A6-7F80405C5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7B47E-ACF9-2A76-7285-C355622B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7A83F-D81F-C1CB-D39B-8C765F529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C209E-5791-AC03-5CD4-8E7A92600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618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B406-B60F-D7DC-A8BD-F3B186F82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3549E-A51D-049F-135E-5EB8B61BE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AE055C-A770-7CE1-FB5D-3B42EF5DB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ACCB28-3FF4-A8DF-27CD-0E0B8C4574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C8F7CE-9DEC-86BC-8F7F-FE68CD1C7A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86B44F-57F2-6EAA-F97D-25DB8CD1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C493A-CABE-4902-6346-D8984E77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383E3-86AB-03F3-2986-563CA619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2374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B363-CD44-7213-209D-B5E835B1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D196F-C444-C572-16B5-246671C4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A67A8-1AFD-3B76-0F77-073197E8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38E80-1243-9ED2-0F85-36D274374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7978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97DDF-EB4E-D192-1AA0-3BE9D43C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B451F6-FEBE-4166-66E9-DBEA593EE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9F5AE-6CDD-2247-6E5A-6FE6123E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867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C1F6-2958-EEBD-117C-DB3B127E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3459-FE80-FE79-F054-09DC8BB4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94EC2-E35E-093D-2919-97D391702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F8E82-5717-2DF4-F66D-81E0F97E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74288-2B12-4466-BCBD-4FF724278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3D037-3873-539E-2797-4982CBFC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535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8B799-C32B-3018-BEFD-BCE60B52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E644B6-6C3A-BB62-2D4C-DB86244E3B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4B87A-3B00-FA56-977E-C84620AA7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1C971-8537-7A33-D0E6-554C50BF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B6540-7BFB-B62E-8C05-980304CF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3DB5C-1EB6-B1D2-2908-FF6300B0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9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0582C-77F9-2313-255B-0388FE801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10915-F5AB-2658-CD13-1E3C4C056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E825C-63A2-74B9-2F98-3F9310361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4B183-DEFC-677C-EA6E-42E801D9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AFE6A-5403-8FEF-64B9-8711EA72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3105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05D65C-5978-916E-8D92-BE4DD0554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B365F-5AED-7F6F-2A25-A285165B2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35DDC-F79F-E1BA-C50A-34A69DC6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AD59D-6B83-B14C-283E-2FA2541D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8C916-9767-1865-A80E-EC0A7118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7402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5581B-F2D8-3614-6E3F-0199D2C96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03B48-D486-94E0-4415-9B3A18ABC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380E0-F1D3-AE39-63A4-14C168B8FF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2B3B9-26E1-4988-B7E8-FE9FF7CBE900}" type="datetimeFigureOut">
              <a:rPr lang="en-SG" smtClean="0"/>
              <a:t>11/2/2026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97D59-8357-DA87-E200-CC7397FA3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980F-E7D9-8166-C5C9-5E33D96E8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BA450-1C6B-4741-8471-286E478CF7A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310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332F-12D8-F256-9A1A-A8FB86F76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Technical Test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B0ECF-978E-FCB1-22F4-DE0C1BABB3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Han Wei Ryan Soh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367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EF2F-F372-A29F-DDC2-ECF2D42A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64AB-55D8-CDF3-E3FB-CA914A510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different datasets from the different years are labeled differently.</a:t>
            </a:r>
          </a:p>
          <a:p>
            <a:r>
              <a:rPr lang="en-US"/>
              <a:t>From 1990 to 2012, the date recorded is approval date.</a:t>
            </a:r>
          </a:p>
          <a:p>
            <a:r>
              <a:rPr lang="en-US"/>
              <a:t>After 2012, the date recorded is registration date.</a:t>
            </a:r>
          </a:p>
          <a:p>
            <a:r>
              <a:rPr lang="en-SG"/>
              <a:t>The differences in the dates might be affecting the subsequent calculations of the remaining lease.</a:t>
            </a:r>
          </a:p>
          <a:p>
            <a:r>
              <a:rPr lang="en-SG"/>
              <a:t>Similarly </a:t>
            </a:r>
            <a:r>
              <a:rPr lang="en-SG" err="1"/>
              <a:t>lease_commence_date</a:t>
            </a:r>
            <a:r>
              <a:rPr lang="en-SG"/>
              <a:t> is also recorded only in years without month data, which further affects the calculation of remaining lease.</a:t>
            </a:r>
          </a:p>
        </p:txBody>
      </p:sp>
    </p:spTree>
    <p:extLst>
      <p:ext uri="{BB962C8B-B14F-4D97-AF65-F5344CB8AC3E}">
        <p14:creationId xmlns:p14="http://schemas.microsoft.com/office/powerpoint/2010/main" val="179487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F97D-90C8-D0C9-274C-D927F23C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1DFB6-F221-1DB2-0D06-D7A7F829E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‘Multi Generation’ and ‘Multi-Generation’ is the same thing for </a:t>
            </a:r>
            <a:r>
              <a:rPr lang="en-US" err="1"/>
              <a:t>flat_type</a:t>
            </a:r>
            <a:r>
              <a:rPr lang="en-US"/>
              <a:t>.</a:t>
            </a:r>
          </a:p>
          <a:p>
            <a:r>
              <a:rPr lang="en-US"/>
              <a:t>Lease date starts in January of the year.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073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3D56-4B92-F048-C2B8-C451D01FF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</a:t>
            </a:r>
            <a:endParaRPr lang="en-SG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EB7B8-49D8-CFC8-3995-B85B977A7B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There are some clear patterns especially with flat type and </a:t>
            </a:r>
            <a:r>
              <a:rPr lang="en-US" err="1"/>
              <a:t>storey</a:t>
            </a:r>
            <a:r>
              <a:rPr lang="en-US"/>
              <a:t> range. </a:t>
            </a:r>
          </a:p>
          <a:p>
            <a:r>
              <a:rPr lang="en-US"/>
              <a:t>Flat model and town also affects prices.</a:t>
            </a:r>
          </a:p>
          <a:p>
            <a:r>
              <a:rPr lang="en-US"/>
              <a:t>Over the years, resale price increases.</a:t>
            </a:r>
          </a:p>
          <a:p>
            <a:r>
              <a:rPr lang="en-US"/>
              <a:t>The more recent the lease commence date, the higher the price</a:t>
            </a:r>
            <a:endParaRPr lang="en-SG"/>
          </a:p>
        </p:txBody>
      </p:sp>
      <p:pic>
        <p:nvPicPr>
          <p:cNvPr id="9" name="Content Placeholder 8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A483DFF6-E981-2110-6459-BEB360B591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49966" y="1825625"/>
            <a:ext cx="42260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45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E101-DB9E-1D6E-1F97-481A9D64B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857E8-8E08-CBF6-647A-DB150455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</a:t>
            </a:r>
            <a:endParaRPr lang="en-SG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18AFF6-06BC-05DB-087E-8288CF0750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2183667"/>
          </a:xfrm>
        </p:spPr>
        <p:txBody>
          <a:bodyPr>
            <a:normAutofit/>
          </a:bodyPr>
          <a:lstStyle/>
          <a:p>
            <a:r>
              <a:rPr lang="en-US"/>
              <a:t>Prices increase with floor area and remaining lease.</a:t>
            </a:r>
          </a:p>
          <a:p>
            <a:r>
              <a:rPr lang="en-US"/>
              <a:t>Relationship is not as clear as the categorical values.</a:t>
            </a:r>
            <a:endParaRPr lang="en-SG"/>
          </a:p>
        </p:txBody>
      </p:sp>
      <p:pic>
        <p:nvPicPr>
          <p:cNvPr id="11" name="Content Placeholder 10" descr="A blue and white graph&#10;&#10;AI-generated content may be incorrect.">
            <a:extLst>
              <a:ext uri="{FF2B5EF4-FFF2-40B4-BE49-F238E27FC236}">
                <a16:creationId xmlns:a16="http://schemas.microsoft.com/office/drawing/2014/main" id="{B0F6553B-CDAB-11EC-5C48-B9B79C5C29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767254" y="4144229"/>
            <a:ext cx="8657492" cy="249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1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D1E7-C35A-7D65-FDE2-30E1AC3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25F9F-BE7F-3D6F-651E-25334723F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 recalculated remaining lease for all data points, even though some of them have it provided.</a:t>
            </a:r>
          </a:p>
          <a:p>
            <a:r>
              <a:rPr lang="en-US"/>
              <a:t>This is to standardize the calculation method.</a:t>
            </a:r>
          </a:p>
          <a:p>
            <a:r>
              <a:rPr lang="en-US"/>
              <a:t>There are limitations to my method as it makes some assumptions about lease date and date of data point.</a:t>
            </a:r>
          </a:p>
          <a:p>
            <a:r>
              <a:rPr lang="en-US"/>
              <a:t>For data points that have remaining lease already, there are some differences, so my method is not perfect.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099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E8DF-1F5E-AA4A-FED9-8D89508B3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BF876-3F8F-3B4B-1294-6BA4436B1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9E63-FF71-75F8-3239-86CE8A476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Different encoding is performed on different features</a:t>
            </a:r>
          </a:p>
          <a:p>
            <a:pPr lvl="1"/>
            <a:r>
              <a:rPr lang="en-US" err="1"/>
              <a:t>Flat_type</a:t>
            </a:r>
            <a:r>
              <a:rPr lang="en-US"/>
              <a:t> and </a:t>
            </a:r>
            <a:r>
              <a:rPr lang="en-US" err="1"/>
              <a:t>storey_range</a:t>
            </a:r>
            <a:r>
              <a:rPr lang="en-US"/>
              <a:t> is Ordinal Encoded because there is an order to these values</a:t>
            </a:r>
          </a:p>
          <a:p>
            <a:pPr lvl="1"/>
            <a:r>
              <a:rPr lang="en-US"/>
              <a:t>Town and </a:t>
            </a:r>
            <a:r>
              <a:rPr lang="en-US" err="1"/>
              <a:t>flat_model</a:t>
            </a:r>
            <a:r>
              <a:rPr lang="en-US"/>
              <a:t> is One Hot Encoded because there is not necessarily and inherent order.</a:t>
            </a:r>
          </a:p>
          <a:p>
            <a:pPr lvl="1"/>
            <a:r>
              <a:rPr lang="en-US"/>
              <a:t>Street Name is Target Encoded, with smoothing. There could be relationship between street name and resale price.</a:t>
            </a:r>
          </a:p>
          <a:p>
            <a:r>
              <a:rPr lang="en-US"/>
              <a:t>Encoding is </a:t>
            </a:r>
            <a:r>
              <a:rPr lang="en-US" err="1"/>
              <a:t>perfomed</a:t>
            </a:r>
            <a:r>
              <a:rPr lang="en-US"/>
              <a:t> inside cross validation only to minimize risk of data leakage.</a:t>
            </a:r>
          </a:p>
          <a:p>
            <a:r>
              <a:rPr lang="en-US"/>
              <a:t>Encoding is fitted only on train set to avoid data leakage for final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182904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8594C-B97E-0066-4790-84CCB532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F80D-ACBF-8E62-807D-0991CB2E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Preparation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F132A-0A8C-BD69-A36C-3ED7C819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Train-test split of 90-10 is prepared. Dataset is sufficiently large that we can only use 10% as test and still have a large test set.</a:t>
            </a:r>
          </a:p>
          <a:p>
            <a:r>
              <a:rPr lang="en-US"/>
              <a:t>Target feature is converted to log scale.</a:t>
            </a:r>
          </a:p>
          <a:p>
            <a:r>
              <a:rPr lang="en-US"/>
              <a:t>This penalizes mistakes in lower-priced housing as much as high-priced housing. This is ideal in this case as we want to optimize for % error in price, rather than absolute values.</a:t>
            </a:r>
          </a:p>
        </p:txBody>
      </p:sp>
    </p:spTree>
    <p:extLst>
      <p:ext uri="{BB962C8B-B14F-4D97-AF65-F5344CB8AC3E}">
        <p14:creationId xmlns:p14="http://schemas.microsoft.com/office/powerpoint/2010/main" val="426925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79AA-0DBA-B11C-BC55-71B6169E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Model Training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1D65-E1EC-F443-7A83-D6D7D8796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TimeSeriesSplit</a:t>
            </a:r>
            <a:r>
              <a:rPr lang="en-US"/>
              <a:t> is used so selected pipelines can generalize better on future data.</a:t>
            </a:r>
          </a:p>
          <a:p>
            <a:r>
              <a:rPr lang="en-US"/>
              <a:t>Sample Weights are calculated to ensure less frequent flat types are not overlooked.</a:t>
            </a:r>
          </a:p>
          <a:p>
            <a:r>
              <a:rPr lang="en-US" err="1"/>
              <a:t>XGBoost</a:t>
            </a:r>
            <a:r>
              <a:rPr lang="en-US"/>
              <a:t> model is trained and hyperparameters are optimized using </a:t>
            </a:r>
            <a:r>
              <a:rPr lang="en-US" err="1"/>
              <a:t>Optuna</a:t>
            </a:r>
            <a:r>
              <a:rPr lang="en-US"/>
              <a:t> and </a:t>
            </a:r>
            <a:r>
              <a:rPr lang="en-US" err="1"/>
              <a:t>TPESampler</a:t>
            </a:r>
            <a:r>
              <a:rPr lang="en-US"/>
              <a:t>.</a:t>
            </a:r>
          </a:p>
          <a:p>
            <a:r>
              <a:rPr lang="en-US"/>
              <a:t>Final model is trained with early stopping using the final </a:t>
            </a:r>
            <a:r>
              <a:rPr lang="en-US" err="1"/>
              <a:t>TimeSeriesSplit</a:t>
            </a:r>
            <a:r>
              <a:rPr lang="en-US"/>
              <a:t>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3985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5CCE1-C18E-8F16-2906-E81F3DB95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86BC1-B911-1669-A68A-DEC1F22AF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Model Performance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44F0-BA09-DA52-0BC0-9925594E3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There is some gap between validation (final time series split) and test set.</a:t>
            </a:r>
          </a:p>
          <a:p>
            <a:r>
              <a:rPr lang="en-US"/>
              <a:t>However, the gap is not large and R2 scores are similar.</a:t>
            </a:r>
          </a:p>
          <a:p>
            <a:r>
              <a:rPr lang="en-US"/>
              <a:t>There can be further improvements in the model through further </a:t>
            </a:r>
            <a:r>
              <a:rPr lang="en-US" err="1"/>
              <a:t>hyperparam</a:t>
            </a:r>
            <a:r>
              <a:rPr lang="en-US"/>
              <a:t> training.</a:t>
            </a:r>
            <a:endParaRPr lang="en-SG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22EF312-BA64-B2B8-3C1C-B0FF9699E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030" y="4001294"/>
            <a:ext cx="2391109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02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392A-307D-C328-EDFA-3117E713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Result Analysis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DA06-CC10-E4CA-68F3-0A6CCAD01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4569" cy="4351338"/>
          </a:xfrm>
        </p:spPr>
        <p:txBody>
          <a:bodyPr/>
          <a:lstStyle/>
          <a:p>
            <a:r>
              <a:rPr lang="en-US"/>
              <a:t>Larger absolute errors are made in more expensive towns.</a:t>
            </a:r>
          </a:p>
          <a:p>
            <a:r>
              <a:rPr lang="en-US"/>
              <a:t>Larger % errors are made in smaller flat types. This could be due to lesser representation compared to 3-room and 4-room.</a:t>
            </a:r>
            <a:endParaRPr lang="en-SG"/>
          </a:p>
        </p:txBody>
      </p:sp>
      <p:pic>
        <p:nvPicPr>
          <p:cNvPr id="5" name="Picture 4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9AB05F54-1D43-4E2D-5291-E7A0D8CB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740" y="4511593"/>
            <a:ext cx="2924583" cy="2067213"/>
          </a:xfrm>
          <a:prstGeom prst="rect">
            <a:avLst/>
          </a:prstGeom>
        </p:spPr>
      </p:pic>
      <p:pic>
        <p:nvPicPr>
          <p:cNvPr id="7" name="Picture 6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61288EC-6419-CA32-4C9A-775695B1D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412" y="1606062"/>
            <a:ext cx="3667637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41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9C63-B31A-FFC5-242B-02FD27F4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Feature Importance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CB3A5-6861-A529-68BF-B9956EAAD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8092" cy="4351338"/>
          </a:xfrm>
        </p:spPr>
        <p:txBody>
          <a:bodyPr/>
          <a:lstStyle/>
          <a:p>
            <a:r>
              <a:rPr lang="en-US"/>
              <a:t>This is the Gain plot from </a:t>
            </a:r>
            <a:r>
              <a:rPr lang="en-US" err="1"/>
              <a:t>xgboost</a:t>
            </a:r>
            <a:r>
              <a:rPr lang="en-US"/>
              <a:t>, suggesting that flat type, floor area and sale year are the most important factors.</a:t>
            </a:r>
          </a:p>
          <a:p>
            <a:r>
              <a:rPr lang="en-US"/>
              <a:t>Flat model also seems relatively important.</a:t>
            </a:r>
          </a:p>
        </p:txBody>
      </p:sp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E9576D61-C74B-94C4-366E-81DC8C6E2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292" y="1690688"/>
            <a:ext cx="4677508" cy="46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358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0BEE-F0EB-575A-9826-A9DC75BBE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D3C4-EBBC-5C09-B2FB-F0FD5A31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Feature Importance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5D2AF-0CE0-1DBE-2925-36FCF58F6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8092" cy="4351338"/>
          </a:xfrm>
        </p:spPr>
        <p:txBody>
          <a:bodyPr/>
          <a:lstStyle/>
          <a:p>
            <a:r>
              <a:rPr lang="en-US"/>
              <a:t>This is a SHAP Force plot</a:t>
            </a:r>
          </a:p>
          <a:p>
            <a:r>
              <a:rPr lang="en-US"/>
              <a:t>Remaining lease, floor area and flat type are also the more important features.</a:t>
            </a:r>
          </a:p>
        </p:txBody>
      </p:sp>
      <p:pic>
        <p:nvPicPr>
          <p:cNvPr id="6" name="Picture 5" descr="A screen shot of a graph&#10;&#10;AI-generated content may be incorrect.">
            <a:extLst>
              <a:ext uri="{FF2B5EF4-FFF2-40B4-BE49-F238E27FC236}">
                <a16:creationId xmlns:a16="http://schemas.microsoft.com/office/drawing/2014/main" id="{4BABFC4B-0C26-1741-2D92-F17B1674D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538" y="1682482"/>
            <a:ext cx="4377166" cy="517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4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B2A1-A15F-2ABA-29AD-BBDE7C35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52F4-E270-85FD-4AE3-5893CB98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1: Further Exploration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190C4-3CC7-48B2-D330-F7647C87E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/>
              <a:t>Mainly, other methods of modelling could be attempted, such as using more traditional Machine Learning models, such as Logistic Regression or Support Vector Machines, or building Neural Networks for modelling.</a:t>
            </a:r>
          </a:p>
        </p:txBody>
      </p:sp>
    </p:spTree>
    <p:extLst>
      <p:ext uri="{BB962C8B-B14F-4D97-AF65-F5344CB8AC3E}">
        <p14:creationId xmlns:p14="http://schemas.microsoft.com/office/powerpoint/2010/main" val="1504664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A57CB-2213-336F-4A4F-E5C0B261A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2: Graph Construction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8307B-0E12-C538-3C4C-98E068330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Dataset was segmented into unique (town, flat type) groups to ensure similarity comparisons are restricted to logically relevant housing sub-markets.</a:t>
            </a:r>
          </a:p>
          <a:p>
            <a:r>
              <a:rPr lang="en-US"/>
              <a:t>Chunked distance computation strategy to identify the k-nearest neighbors for each node </a:t>
            </a:r>
          </a:p>
          <a:p>
            <a:r>
              <a:rPr lang="en-US"/>
              <a:t>Gaussian kernel is applied to transform raw Euclidean distances into normalized similarity weights, using a dynamically calculated sigma based on the median distance. </a:t>
            </a:r>
          </a:p>
          <a:p>
            <a:r>
              <a:rPr lang="en-US"/>
              <a:t>The engine ensures graph consistency by converting edges to an undirected format and prunes weak connections below a specific threshold to maintain a sparse, high-quality topology.</a:t>
            </a:r>
          </a:p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0016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BCCC8-4605-C9C8-BB38-769CADA7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2: Assumptions and Limitations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2370B-0A6D-53A6-91D8-94B53462A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Construction of the graph was based on town-flat type groupings, which may not be the best grouping for the dataset</a:t>
            </a:r>
          </a:p>
          <a:p>
            <a:r>
              <a:rPr lang="en-US"/>
              <a:t>However, I chose this based on domain knowledge of HDB property market. Location of flat is commonly the most important factor in purchase decisions, followed by flat type.</a:t>
            </a:r>
          </a:p>
          <a:p>
            <a:r>
              <a:rPr lang="en-US"/>
              <a:t>This means that a 4-room flat in Bukit Batok is very different from a 4-room flat in Tanjong Pagar.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78271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44A3E-319D-B5E9-3FBD-EBF0FD74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872DB-3BFB-7601-7803-72168730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2: Link Analysis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96EBF-9E0E-5EF8-4644-9F7C47734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simple community detection is first run to find groups of houses that cluster together but are different from other clusters</a:t>
            </a:r>
          </a:p>
          <a:p>
            <a:r>
              <a:rPr lang="en-US"/>
              <a:t>PageRank (original method to rank websites on Google) is used to rank house connectivity</a:t>
            </a:r>
          </a:p>
          <a:p>
            <a:r>
              <a:rPr lang="en-US"/>
              <a:t>This was used to find house transactions that are highly influential on other transactions, or in other terms, can be the benchmark</a:t>
            </a:r>
          </a:p>
          <a:p>
            <a:r>
              <a:rPr lang="en-US"/>
              <a:t>Degree centrality was performed to find mainstream transactions and unique transactions</a:t>
            </a:r>
          </a:p>
          <a:p>
            <a:r>
              <a:rPr lang="en-US"/>
              <a:t>Data was normalized to compare across large and small groups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1392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5762-ADB1-6894-E94B-8F789C82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 Link Analysis results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505C9-2C03-27E4-D43E-33A0B1659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10000"/>
          </a:bodyPr>
          <a:lstStyle/>
          <a:p>
            <a:r>
              <a:rPr lang="en-US"/>
              <a:t>Visualization of the graph confirms that there is a highly segmented market</a:t>
            </a:r>
          </a:p>
          <a:p>
            <a:r>
              <a:rPr lang="en-US"/>
              <a:t>There are some anchors, largely in Yishun and Sengkang, which can be seen as benchmarks for their clusters</a:t>
            </a:r>
          </a:p>
          <a:p>
            <a:r>
              <a:rPr lang="en-US"/>
              <a:t>Most properties have very little peers, indicating that there are little substitutions in the housing market</a:t>
            </a:r>
          </a:p>
          <a:p>
            <a:r>
              <a:rPr lang="en-US"/>
              <a:t>The HDB is a collection of thousands of different mini markets</a:t>
            </a:r>
            <a:endParaRPr lang="en-SG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3ED076-BD04-1D3A-216C-DCBA6CED2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518" y="1281540"/>
            <a:ext cx="5294253" cy="543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428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6A24-49AD-6730-789A-7C3320981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3: Link Analysis Neural Network Prediction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3602B-7151-F070-030B-7B1FDB4AA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Train-test split is performed</a:t>
            </a:r>
          </a:p>
          <a:p>
            <a:r>
              <a:rPr lang="en-SG"/>
              <a:t>Graph was built on whole dataset, but only target features for train set is fed into the neural network for training.</a:t>
            </a:r>
          </a:p>
          <a:p>
            <a:r>
              <a:rPr lang="en-SG" err="1"/>
              <a:t>GraphSAGE</a:t>
            </a:r>
            <a:r>
              <a:rPr lang="en-SG"/>
              <a:t> method is used</a:t>
            </a:r>
          </a:p>
          <a:p>
            <a:r>
              <a:rPr lang="en-SG"/>
              <a:t>2 layer model with 64 hidden channels</a:t>
            </a:r>
          </a:p>
          <a:p>
            <a:r>
              <a:rPr lang="en-SG"/>
              <a:t>The graph is used in a final model to look at connected neighbours to leverage the similarity network to refine price prediction</a:t>
            </a:r>
          </a:p>
        </p:txBody>
      </p:sp>
    </p:spTree>
    <p:extLst>
      <p:ext uri="{BB962C8B-B14F-4D97-AF65-F5344CB8AC3E}">
        <p14:creationId xmlns:p14="http://schemas.microsoft.com/office/powerpoint/2010/main" val="10056577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B6AF-451D-0F7D-518C-550C976A3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3: NN results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E5929-ED2D-0EA5-79E0-33E36EE6F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8108" cy="4351338"/>
          </a:xfrm>
        </p:spPr>
        <p:txBody>
          <a:bodyPr/>
          <a:lstStyle/>
          <a:p>
            <a:r>
              <a:rPr lang="en-US"/>
              <a:t>Results between validation and test set is highly similar, which means that the model likely generalized quite well</a:t>
            </a:r>
          </a:p>
          <a:p>
            <a:endParaRPr lang="en-US"/>
          </a:p>
          <a:p>
            <a:r>
              <a:rPr lang="en-US"/>
              <a:t>RMSE is not as good as the </a:t>
            </a:r>
            <a:r>
              <a:rPr lang="en-US" err="1"/>
              <a:t>XGBoost</a:t>
            </a:r>
            <a:r>
              <a:rPr lang="en-US"/>
              <a:t> model</a:t>
            </a:r>
          </a:p>
          <a:p>
            <a:endParaRPr lang="en-SG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7B329-7BEE-8613-3693-36CB89A36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831" y="2277767"/>
            <a:ext cx="5221630" cy="278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46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A477A-9649-8EAA-A835-31438EA2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4DF3-BCBE-43A5-3DBB-F8C141F65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3: Future work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1E5F1-B504-A43F-E96E-C3D7C1AA6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r>
              <a:rPr lang="en-US"/>
              <a:t>The Neural network could be further tuned by changing the number of layers in the MLP, changing the number of hidden channels, changing the activation function and changing dropout rate.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7938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Technical Test</vt:lpstr>
      <vt:lpstr>Limitations</vt:lpstr>
      <vt:lpstr>Assumptions</vt:lpstr>
      <vt:lpstr>EDA</vt:lpstr>
      <vt:lpstr>EDA</vt:lpstr>
      <vt:lpstr>Data Preparation</vt:lpstr>
      <vt:lpstr>Data Preparation</vt:lpstr>
      <vt:lpstr>Data Preparation</vt:lpstr>
      <vt:lpstr>Task 1: Model Training</vt:lpstr>
      <vt:lpstr>Task 1: Model Performance</vt:lpstr>
      <vt:lpstr>Task 1: Result Analysis</vt:lpstr>
      <vt:lpstr>Task 1: Feature Importance</vt:lpstr>
      <vt:lpstr>Task 1: Feature Importance</vt:lpstr>
      <vt:lpstr>Task 1: Further Exploration</vt:lpstr>
      <vt:lpstr>Task 2: Graph Construction</vt:lpstr>
      <vt:lpstr>Task 2: Assumptions and Limitations</vt:lpstr>
      <vt:lpstr>Task 2: Link Analysis</vt:lpstr>
      <vt:lpstr>Task 2 Link Analysis results</vt:lpstr>
      <vt:lpstr>Task 3: Link Analysis Neural Network Prediction</vt:lpstr>
      <vt:lpstr>Task 3: NN results</vt:lpstr>
      <vt:lpstr>Task 3: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Soh, Han Wei Ryan</dc:creator>
  <cp:revision>1</cp:revision>
  <dcterms:created xsi:type="dcterms:W3CDTF">2026-02-11T08:36:34Z</dcterms:created>
  <dcterms:modified xsi:type="dcterms:W3CDTF">2026-02-11T14:48:53Z</dcterms:modified>
</cp:coreProperties>
</file>